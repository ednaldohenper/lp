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Não explique o programa ainda: diga apenas que os próximos minutos são sobre tirar o negócio do funcionamento e colocar no crescimento.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curta. A frase final é o que gera identificação: o problema nunca foi o mercado nem a equipe, era a cadeira que o dono ocupava.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Instale o problema antes de qualquer produto. Pergunte ao cliente quanto do dia dele foi para funcionamento nesta semana e espere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o cliente respira: não vamos pedir que ele abandone a empresa. Só depois de ele concordar com esta tese os produtos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desenho dos quatro meses sem entrar no detalhe de cada um. O quarto mês é o clímax: dois dias presenciais.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à objeção silenciosa de quem já comprou curso e não assistiu. O gravado vem depois da dor sentida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preço aqui não é para vender avulso: é para o cliente já ter visto o número quando chegarmos na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Onze ferramentas, uma aula para cada. É o mês que tira o dono de cima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deste encontro: não é o Ednaldo apresentando, é o cliente escrevendo. Ele sai olhando para a distância entre a ambição que formulou e onde o negócio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Clímax do programa. Nos três primeiros meses arrumamos o negócio; aqui o dono descobre por que ele estava daquele jeito.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time pelo nome. É aqui que o cliente descobre quem vai atender ele no dia a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dois casos do mesmo segmento do cliente e conte a história. Não leia a lista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diga o preço do programa aqui. O slide existe para criar a pergunta; a resposta vem no slide de precificação.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a coluna da direita em voz alta. Desqualificar aumenta a conversão de quem se encaixa.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ABERTO. Monte a condição na frente do cliente, com o que aquele negócio precisa. Sem faixa impressa. Quem já comprou avulso tem o valor pago abatido.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perguntando pela data de início, não pela decisão. Deixe o slide aberto enquanto conversam.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Força Motriz — Pitch Deck</dc:title>
  <dc:subject>PptxGenJS Presentation</dc:subject>
  <dc:creator>Ednaldo Henper</dc:creator>
  <cp:lastModifiedBy>Ednaldo Henper</cp:lastModifiedBy>
  <cp:revision>1</cp:revision>
  <dcterms:created xsi:type="dcterms:W3CDTF">2026-09-15T16:41:34Z</dcterms:created>
  <dcterms:modified xsi:type="dcterms:W3CDTF">2026-09-15T16:41:34Z</dcterms:modified>
</cp:coreProperties>
</file>