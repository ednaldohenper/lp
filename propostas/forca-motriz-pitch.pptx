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Não explique o programa ainda: diga apenas que os próximos minutos são sobre tirar o negócio do funcionamento e colocar no crescimento.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Credencial curta. A frase final é o que gera identificação: o problema nunca foi o mercado nem a equipe, era a cadeira que o dono ocupava.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Instale o problema antes de qualquer produto. Pergunte ao cliente quanto do dia dele foi para funcionamento nesta semana e espere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o cliente respira: não vamos pedir que ele abandone a empresa. Só depois de ele concordar com esta tese os produtos fazem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desenho dos quatro meses sem entrar no detalhe de cada um. O quarto mês é o clímax: dois dias presenciais.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à objeção silenciosa de quem já comprou curso e não assistiu. O gravado vem depois da dor sentida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preço aqui não é para vender avulso: é para o cliente já ter visto o número quando chegarmos na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Onze ferramentas, uma aula para cada. É o mês que tira o dono de cima da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 deste encontro: não é o Ednaldo apresentando, é o cliente escrevendo. Ele sai olhando para a distância entre a ambição que formulou e onde o negócio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Clímax do programa. Nos três primeiros meses arrumamos o negócio; aqui o dono descobre por que ele estava daquele jeito.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time pelo nome. É aqui que o cliente descobre quem vai atender ele no dia a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Escolha dois casos do mesmo segmento do cliente e conte a história. Não leia a lista inteira.
Depoimentos (videos):
- Informma Modeladores: https://www.youtube.com/watch?v=cOXmKCfUPwo
- Lucas Toledo: https://www.youtube.com/watch?v=kRubLSvHpiU
- Murilo Zucato: https://www.youtube.com/watch?v=dl1yW6P0q3I
- Saulo: https://www.youtube.com/watch?v=S0uN0CvWP8Y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diga o preço do programa aqui. O slide existe para criar a pergunta; a resposta vem no slide de precificação.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coluna da direita em voz alta. Desqualificar aumenta a conversão de quem se encaixa.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ABERTO. Monte a condição na frente do cliente, com o que aquele negócio precisa. Sem faixa impressa. Quem já comprou avulso tem o valor pago abatido.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perguntando pela data de início, não pela decisão. Deixe o slide aberto enquanto conversam.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cOXmKCfUPwo" TargetMode="External"/><Relationship Id="rId3" Type="http://schemas.openxmlformats.org/officeDocument/2006/relationships/hyperlink" Target="https://www.youtube.com/watch?v=kRubLSvHpiU" TargetMode="External"/><Relationship Id="rId4" Type="http://schemas.openxmlformats.org/officeDocument/2006/relationships/hyperlink" Target="https://www.youtube.com/watch?v=dl1yW6P0q3I" TargetMode="External"/><Relationship Id="rId5" Type="http://schemas.openxmlformats.org/officeDocument/2006/relationships/hyperlink" Target="https://www.youtube.com/watch?v=S0uN0CvWP8Y" TargetMode="External"/><Relationship Id="rId1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 txBox="1"/>
          <p:nvPr/>
        </p:nvSpPr>
        <p:spPr>
          <a:xfrm>
            <a:off x="685800" y="2468880"/>
            <a:ext cx="4754880" cy="1554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dirty="0"/>
          </a:p>
        </p:txBody>
      </p:sp>
      <p:sp>
        <p:nvSpPr>
          <p:cNvPr id="4" name="Text 1">
            <a:hlinkClick r:id="rId3" tooltip=""/>
          </p:cNvPr>
          <p:cNvSpPr txBox="1"/>
          <p:nvPr/>
        </p:nvSpPr>
        <p:spPr>
          <a:xfrm>
            <a:off x="5943600" y="2468880"/>
            <a:ext cx="5349240" cy="1554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dirty="0"/>
          </a:p>
        </p:txBody>
      </p:sp>
      <p:sp>
        <p:nvSpPr>
          <p:cNvPr id="5" name="Text 2">
            <a:hlinkClick r:id="rId4" tooltip=""/>
          </p:cNvPr>
          <p:cNvSpPr txBox="1"/>
          <p:nvPr/>
        </p:nvSpPr>
        <p:spPr>
          <a:xfrm>
            <a:off x="685800" y="4160520"/>
            <a:ext cx="4754880" cy="16459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dirty="0"/>
          </a:p>
        </p:txBody>
      </p:sp>
      <p:sp>
        <p:nvSpPr>
          <p:cNvPr id="6" name="Text 3">
            <a:hlinkClick r:id="rId5" tooltip=""/>
          </p:cNvPr>
          <p:cNvSpPr txBox="1"/>
          <p:nvPr/>
        </p:nvSpPr>
        <p:spPr>
          <a:xfrm>
            <a:off x="5943600" y="4160520"/>
            <a:ext cx="5349240" cy="16459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Força Motriz — Pitch Deck</dc:title>
  <dc:subject>PptxGenJS Presentation</dc:subject>
  <dc:creator>Ednaldo Henper</dc:creator>
  <cp:lastModifiedBy>Ednaldo Henper</cp:lastModifiedBy>
  <cp:revision>1</cp:revision>
  <dcterms:created xsi:type="dcterms:W3CDTF">2026-09-15T17:39:05Z</dcterms:created>
  <dcterms:modified xsi:type="dcterms:W3CDTF">2026-09-15T17:39:05Z</dcterms:modified>
</cp:coreProperties>
</file>